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51DB-DFA6-D14A-74C3-8BBA9B22A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3437A-8B4E-0042-BA09-14CA42708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3F7B7-AA40-CFA4-0B46-651D0AF0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CEC7E-49FF-E719-C20C-6C36D818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FED3F-2DA3-1532-6745-5BA51CA6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3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F5B0-CB2C-B47C-061D-A4043BAE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C9D9-168C-82BA-C1D5-68EDADFC2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7806C-F362-BC32-5C87-0D9A295C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3D90F-0501-C02D-89C4-2F0277D3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BEFD2-AA74-B384-5460-C854CDD3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0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4250-6052-DB01-1BD5-032817EE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EDFEF-961B-B2A3-D8AC-F29BCF005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16523-CA78-CBC9-B929-5BF14943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F7730-D403-7956-2A6C-5FC9A412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2859-1D54-1912-CDE3-AA088D46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72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D7ED-1651-3A34-C0F8-111B41370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0863-DD7F-7AFD-A760-0CE2F96FB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0EDB-B5BD-4896-5BB0-35FA48C62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C7E5E-B552-A223-6783-481D2799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17F83-84B7-0FCB-F9FB-BCC3BBC2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CEDE6-CA4D-E084-C3F8-8D3E2BA2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52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4C18-1022-07BA-EAB0-A2A4458A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698E9-B081-E5A6-1424-CA9E02ED2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02E04-825D-97FE-2728-54B7B588D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85ECC-2B17-B21D-2DDB-09F21F8E1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28969-A7A9-CF7A-D89A-E3B80AA22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DD273-B92D-A088-AF50-810228AB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5D021-61D7-8674-FD77-CEEF1B2C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A006D-BD0F-1339-815E-41BB1D2A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2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A4CC-F9BA-D13A-0420-5F58ABEE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4C0C4-6311-C79B-09C8-8C0CC44D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E80B7-E767-1F06-8255-35204F55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F10B2-62D3-F7B7-7666-466A771E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54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EDB04-3EA1-A47C-D40A-84663F24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D3273-2648-373E-3C47-90D63B51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DC2EB-38BC-A1F3-F7B3-7A067ADC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5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ADE0-7350-AF47-16D8-8F7F6BD4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E091F-BA59-A09A-733C-A0082E5DF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9CB7B-C200-12B9-081A-91DC0C7A4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E82BF-D138-F08E-EF1B-DFFE8F10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FBF44-ADC8-CC6B-C594-82292017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FB4E2-A0EE-9CBF-CB91-2208DC15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6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6536-2BCE-7B6E-5179-6A3B91C2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7D83E-584B-2328-1B78-4023A4B01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E11D9-607D-8697-3D60-D2229AE8D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2F2C1-EAFF-A852-634B-C10FE29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22A16-FF1A-28A8-46D0-9039D3B3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4150E-1194-D401-EB0D-D8060FC0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BE4F-B9A4-7749-674F-E7C83DDB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AB763-F0CC-28C5-05E6-0AD87C4BF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33E9C-38D7-089B-EEBB-B1DCFB9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1418-8133-281B-48EB-E365D63F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5F48B-F727-4076-EA2B-21F48EC3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83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112B4-3D21-9D1A-9A59-B1AABD9B9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8761B-F884-D2CC-6302-D42409705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360DA-8BB0-8D18-F9E9-7611543B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27A67-5047-8D12-BA4E-FFE21A00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2118C-4372-BB32-3E59-45F1E9B4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07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415D4-1D58-BBC0-F83C-5E656F49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6217-B0A8-406B-D7BB-7382D170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CA58-A3FA-2FE3-47BA-A8D2145E8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057BA-7983-4B26-AFB6-E7B4F25E739B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08381-FDC6-987B-5183-E8F3C4085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60F28-6E74-FC34-552D-6DCB0620A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31695-F112-409A-9E8B-457C5C702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37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9AB013-0BFB-C278-3D22-F3DD9A68AACC}"/>
              </a:ext>
            </a:extLst>
          </p:cNvPr>
          <p:cNvSpPr txBox="1"/>
          <p:nvPr/>
        </p:nvSpPr>
        <p:spPr>
          <a:xfrm>
            <a:off x="393289" y="314632"/>
            <a:ext cx="1152340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Leaf cell1</a:t>
            </a:r>
          </a:p>
          <a:p>
            <a:r>
              <a:rPr lang="en-US" dirty="0"/>
              <a:t>module </a:t>
            </a:r>
            <a:r>
              <a:rPr lang="en-US" dirty="0" err="1"/>
              <a:t>xor_cell</a:t>
            </a:r>
            <a:r>
              <a:rPr lang="en-US" dirty="0"/>
              <a:t>(</a:t>
            </a:r>
          </a:p>
          <a:p>
            <a:r>
              <a:rPr lang="en-US" dirty="0"/>
              <a:t>    input a,</a:t>
            </a:r>
          </a:p>
          <a:p>
            <a:r>
              <a:rPr lang="en-US" dirty="0"/>
              <a:t>    input b,</a:t>
            </a:r>
          </a:p>
          <a:p>
            <a:r>
              <a:rPr lang="en-US" dirty="0"/>
              <a:t>    output y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assign y = a ^ b;</a:t>
            </a:r>
          </a:p>
          <a:p>
            <a:endParaRPr lang="en-US" dirty="0"/>
          </a:p>
          <a:p>
            <a:r>
              <a:rPr lang="en-US" dirty="0" err="1"/>
              <a:t>endmodule</a:t>
            </a:r>
            <a:endParaRPr lang="en-US" dirty="0"/>
          </a:p>
          <a:p>
            <a:endParaRPr lang="en-IN" dirty="0"/>
          </a:p>
          <a:p>
            <a:r>
              <a:rPr lang="en-IN" b="1" dirty="0"/>
              <a:t>Leaf cell2</a:t>
            </a:r>
          </a:p>
          <a:p>
            <a:r>
              <a:rPr lang="en-US" dirty="0"/>
              <a:t>module </a:t>
            </a:r>
            <a:r>
              <a:rPr lang="en-US" dirty="0" err="1"/>
              <a:t>parity_generator</a:t>
            </a:r>
            <a:r>
              <a:rPr lang="en-US" dirty="0"/>
              <a:t>(</a:t>
            </a:r>
          </a:p>
          <a:p>
            <a:r>
              <a:rPr lang="en-US" dirty="0"/>
              <a:t>    input d1,</a:t>
            </a:r>
          </a:p>
          <a:p>
            <a:r>
              <a:rPr lang="en-US" dirty="0"/>
              <a:t>    input d2,</a:t>
            </a:r>
          </a:p>
          <a:p>
            <a:r>
              <a:rPr lang="en-US" dirty="0"/>
              <a:t>    input d3,</a:t>
            </a:r>
          </a:p>
          <a:p>
            <a:r>
              <a:rPr lang="en-US" dirty="0"/>
              <a:t>    output parity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assign parity = d1 ^ d2 ^ d3;</a:t>
            </a:r>
          </a:p>
          <a:p>
            <a:endParaRPr lang="en-US" dirty="0"/>
          </a:p>
          <a:p>
            <a:r>
              <a:rPr lang="en-US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366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667EDD-B16D-FFF1-040E-3085DE7976D7}"/>
              </a:ext>
            </a:extLst>
          </p:cNvPr>
          <p:cNvSpPr txBox="1"/>
          <p:nvPr/>
        </p:nvSpPr>
        <p:spPr>
          <a:xfrm>
            <a:off x="5638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5CE9A-BC6F-CA01-8D67-B37AFC312502}"/>
              </a:ext>
            </a:extLst>
          </p:cNvPr>
          <p:cNvSpPr txBox="1"/>
          <p:nvPr/>
        </p:nvSpPr>
        <p:spPr>
          <a:xfrm>
            <a:off x="265471" y="147483"/>
            <a:ext cx="117298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Leaf cell3</a:t>
            </a:r>
          </a:p>
          <a:p>
            <a:r>
              <a:rPr lang="en-IN" dirty="0"/>
              <a:t>module </a:t>
            </a:r>
            <a:r>
              <a:rPr lang="en-IN" dirty="0" err="1"/>
              <a:t>syndrome_calc</a:t>
            </a:r>
            <a:r>
              <a:rPr lang="en-IN" dirty="0"/>
              <a:t>(</a:t>
            </a:r>
          </a:p>
          <a:p>
            <a:r>
              <a:rPr lang="en-IN" dirty="0"/>
              <a:t>    input p,</a:t>
            </a:r>
          </a:p>
          <a:p>
            <a:r>
              <a:rPr lang="en-IN" dirty="0"/>
              <a:t>    input d1,</a:t>
            </a:r>
          </a:p>
          <a:p>
            <a:r>
              <a:rPr lang="en-IN" dirty="0"/>
              <a:t>    input d2,</a:t>
            </a:r>
          </a:p>
          <a:p>
            <a:r>
              <a:rPr lang="en-IN" dirty="0"/>
              <a:t>    input d3,</a:t>
            </a:r>
          </a:p>
          <a:p>
            <a:r>
              <a:rPr lang="en-IN" dirty="0"/>
              <a:t>    output syndrome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assign syndrome = p ^ d1 ^ d2 ^ d3;</a:t>
            </a:r>
          </a:p>
          <a:p>
            <a:endParaRPr lang="en-IN" dirty="0"/>
          </a:p>
          <a:p>
            <a:r>
              <a:rPr lang="en-IN" dirty="0" err="1"/>
              <a:t>endmodule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Leaf cell4</a:t>
            </a:r>
          </a:p>
          <a:p>
            <a:r>
              <a:rPr lang="en-IN" dirty="0"/>
              <a:t>module </a:t>
            </a:r>
            <a:r>
              <a:rPr lang="en-IN" dirty="0" err="1"/>
              <a:t>error_corrector</a:t>
            </a:r>
            <a:r>
              <a:rPr lang="en-IN" dirty="0"/>
              <a:t>(</a:t>
            </a:r>
          </a:p>
          <a:p>
            <a:r>
              <a:rPr lang="en-IN" dirty="0"/>
              <a:t>    input </a:t>
            </a:r>
            <a:r>
              <a:rPr lang="en-IN" dirty="0" err="1"/>
              <a:t>data_in</a:t>
            </a:r>
            <a:r>
              <a:rPr lang="en-IN" dirty="0"/>
              <a:t>,</a:t>
            </a:r>
          </a:p>
          <a:p>
            <a:r>
              <a:rPr lang="en-IN" dirty="0"/>
              <a:t>    input error,</a:t>
            </a:r>
          </a:p>
          <a:p>
            <a:r>
              <a:rPr lang="en-IN" dirty="0"/>
              <a:t>    output </a:t>
            </a:r>
            <a:r>
              <a:rPr lang="en-IN" dirty="0" err="1"/>
              <a:t>data_out</a:t>
            </a:r>
            <a:endParaRPr lang="en-IN" dirty="0"/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assign </a:t>
            </a:r>
            <a:r>
              <a:rPr lang="en-IN" dirty="0" err="1"/>
              <a:t>data_out</a:t>
            </a:r>
            <a:r>
              <a:rPr lang="en-IN" dirty="0"/>
              <a:t> = </a:t>
            </a:r>
            <a:r>
              <a:rPr lang="en-IN" dirty="0" err="1"/>
              <a:t>data_in</a:t>
            </a:r>
            <a:r>
              <a:rPr lang="en-IN" dirty="0"/>
              <a:t> ^ error;</a:t>
            </a:r>
          </a:p>
          <a:p>
            <a:endParaRPr lang="en-IN" dirty="0"/>
          </a:p>
          <a:p>
            <a:r>
              <a:rPr lang="en-IN" dirty="0" err="1"/>
              <a:t>endmodule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35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SMRITHI POOJARY</dc:creator>
  <cp:lastModifiedBy>SMRITHI POOJARY</cp:lastModifiedBy>
  <cp:revision>1</cp:revision>
  <dcterms:created xsi:type="dcterms:W3CDTF">2026-05-12T05:35:27Z</dcterms:created>
  <dcterms:modified xsi:type="dcterms:W3CDTF">2026-05-12T05:35:43Z</dcterms:modified>
</cp:coreProperties>
</file>