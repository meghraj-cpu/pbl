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F8A3-5299-0730-379E-30B6CA4C6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5A678-F7CD-DBB0-B592-34F1BDE62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92811-642F-754B-FE17-CDB4C49C7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B5DC-93FE-452D-A82D-2FF6777E6E2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90DD5-5CF6-875C-042D-718CA377A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3CC0B-CEA2-7038-E26B-55CADFE3A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B4C-ED81-45B4-8FF9-BAD08A11CC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504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FA94-4B3E-7765-31E9-9BB40C404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611F4-B7E5-3552-9361-B4804D2CB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C71AE-D3C0-16BF-AD96-BAC30E0BC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B5DC-93FE-452D-A82D-2FF6777E6E2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1BFA7-B72C-7651-E292-1E688A32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A9C25-138F-84AF-BBC3-E4DFFF6A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B4C-ED81-45B4-8FF9-BAD08A11CC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109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F639-8381-68D7-3E1C-571076183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94D74-3CD3-6EB6-BDD5-915AC6C8D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232A9-C588-A0F5-25E1-CA0BC627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B5DC-93FE-452D-A82D-2FF6777E6E2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59C1C-FC6C-1BFF-5C64-684FDBBBE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F9FBC-4653-FE8C-184A-DBFB5F5B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B4C-ED81-45B4-8FF9-BAD08A11CC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714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E53A-91A9-AFB4-7E4A-16574DF2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05E06-3044-7083-3812-5AC062476B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89190-5BA1-BEB4-AD87-1907D1A5B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A6261-03C7-53CE-8F80-32E32D8C9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B5DC-93FE-452D-A82D-2FF6777E6E2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9733C-1525-AB12-F191-E16CF6F1A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100C2-5BE1-DCC8-089D-28FB1BA7F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B4C-ED81-45B4-8FF9-BAD08A11CC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37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17026-B6D8-ED4C-FFD3-B91680508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B014B-228F-49EA-5B83-B8768FF94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FBB03-A251-D0AD-098E-DA213550C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FEC024-8DAA-A3BF-90FB-7D4C80285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E034D6-C2F5-7D21-5C68-881581E667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F116C-0B57-888C-E9CD-A3D8EBF8C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B5DC-93FE-452D-A82D-2FF6777E6E2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88E022-C31F-1F49-CB48-FFE719EEC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387B08-0315-14E0-C95C-E6BCE64E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B4C-ED81-45B4-8FF9-BAD08A11CC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480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C4077-D7D2-DFA7-4798-338A9A693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8490F-CBE1-4616-C78B-0E501269E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B5DC-93FE-452D-A82D-2FF6777E6E2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729FF-212A-F84A-3ADF-20D233695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6CE757-9A7D-9C1A-486F-02607C642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B4C-ED81-45B4-8FF9-BAD08A11CC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594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98758B-07E1-8C8B-CB70-CB380B398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B5DC-93FE-452D-A82D-2FF6777E6E2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B7D1E2-18F0-68EF-4793-D710788EF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AB7F6-6F91-CCFA-9EFD-B1209F5B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B4C-ED81-45B4-8FF9-BAD08A11CC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829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2075C-4573-E620-377A-F2BD7ED75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00627-EDCD-F507-4B91-2AB0E77EB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6BF4D-03B4-FCB8-A013-DCFA741B3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1206C-A018-BAF0-312A-76CC6CAFB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B5DC-93FE-452D-A82D-2FF6777E6E2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C1969-C12D-2DE1-7D4E-A82ABFAB1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0229F-9585-FCD2-6EBD-A3A21967D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B4C-ED81-45B4-8FF9-BAD08A11CC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129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0E1C5-26F2-2CE3-4628-3E84DCF37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ECA31A-0131-9A13-425D-EDC472DD7A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C2DAE-B937-A3CD-3C4D-5A933001B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0E8D1-C9FC-9EF2-5545-806678A7A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B5DC-93FE-452D-A82D-2FF6777E6E2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6FF9D-DC98-7830-4BC5-D227FA220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ECEEDA-1BB6-2437-F2D8-F91BA74C1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B4C-ED81-45B4-8FF9-BAD08A11CC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383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965DC-437C-F2D5-D7C8-A635D917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9BF9B-C1C4-8144-DC75-85A33C1BF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9806F-6B85-3408-A6EC-641271A38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B5DC-93FE-452D-A82D-2FF6777E6E2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143B7-4AE3-2D09-955B-7970670F6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3BA7A-4525-3FB4-D234-7CF027852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B4C-ED81-45B4-8FF9-BAD08A11CC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98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CC6CBF-6649-C68D-3F75-F10E271E98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C4D772-DA3E-E0EC-2D06-2CEDFC9BD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04850-05DF-372C-3027-80965C2A5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3B5DC-93FE-452D-A82D-2FF6777E6E2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55EB6-32D8-E587-ECFF-2E510651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002E5-4B7C-92B0-5C57-C23DE6593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7AB4C-ED81-45B4-8FF9-BAD08A11CC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37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09426-4E79-8E31-9038-8642FE171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3BA52-D822-ED11-87D8-C4D685493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68B89-BEC4-4891-8736-DADCBF002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3B5DC-93FE-452D-A82D-2FF6777E6E2C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36CEF-38BB-9D86-1D01-46FDC9B51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758ED-6411-559F-EB0F-9A2D35D6A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7AB4C-ED81-45B4-8FF9-BAD08A11CC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211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F9421A-BF24-1B8E-6725-310A51C32A13}"/>
              </a:ext>
            </a:extLst>
          </p:cNvPr>
          <p:cNvSpPr txBox="1"/>
          <p:nvPr/>
        </p:nvSpPr>
        <p:spPr>
          <a:xfrm>
            <a:off x="285135" y="216310"/>
            <a:ext cx="1142508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module </a:t>
            </a:r>
            <a:r>
              <a:rPr lang="en-IN" dirty="0" err="1"/>
              <a:t>xor_cell_tb</a:t>
            </a:r>
            <a:r>
              <a:rPr lang="en-IN" dirty="0"/>
              <a:t>;</a:t>
            </a:r>
          </a:p>
          <a:p>
            <a:r>
              <a:rPr lang="en-IN" dirty="0"/>
              <a:t>reg a;</a:t>
            </a:r>
          </a:p>
          <a:p>
            <a:r>
              <a:rPr lang="en-IN" dirty="0"/>
              <a:t>reg b;</a:t>
            </a:r>
          </a:p>
          <a:p>
            <a:r>
              <a:rPr lang="en-IN" dirty="0"/>
              <a:t>wire y;</a:t>
            </a:r>
          </a:p>
          <a:p>
            <a:r>
              <a:rPr lang="en-IN" dirty="0" err="1"/>
              <a:t>xor_cell</a:t>
            </a:r>
            <a:r>
              <a:rPr lang="en-IN" dirty="0"/>
              <a:t> </a:t>
            </a:r>
            <a:r>
              <a:rPr lang="en-IN" dirty="0" err="1"/>
              <a:t>uut</a:t>
            </a:r>
            <a:r>
              <a:rPr lang="en-IN" dirty="0"/>
              <a:t> (    .a(a),    .b(b),    .y(y));</a:t>
            </a:r>
          </a:p>
          <a:p>
            <a:r>
              <a:rPr lang="en-IN" dirty="0"/>
              <a:t>initial </a:t>
            </a:r>
          </a:p>
          <a:p>
            <a:r>
              <a:rPr lang="en-IN" dirty="0"/>
              <a:t>begin  </a:t>
            </a:r>
          </a:p>
          <a:p>
            <a:r>
              <a:rPr lang="en-IN" dirty="0"/>
              <a:t>  a = 0; </a:t>
            </a:r>
          </a:p>
          <a:p>
            <a:r>
              <a:rPr lang="en-IN" dirty="0"/>
              <a:t>b = 0;  </a:t>
            </a:r>
          </a:p>
          <a:p>
            <a:r>
              <a:rPr lang="en-IN" dirty="0"/>
              <a:t>  #10;   </a:t>
            </a:r>
          </a:p>
          <a:p>
            <a:r>
              <a:rPr lang="en-IN" dirty="0"/>
              <a:t> a = 0; b = 1;  </a:t>
            </a:r>
          </a:p>
          <a:p>
            <a:r>
              <a:rPr lang="en-IN" dirty="0"/>
              <a:t>  #10;   </a:t>
            </a:r>
          </a:p>
          <a:p>
            <a:r>
              <a:rPr lang="en-IN" dirty="0"/>
              <a:t> a = 1; b = 0;</a:t>
            </a:r>
          </a:p>
          <a:p>
            <a:r>
              <a:rPr lang="en-IN" dirty="0"/>
              <a:t>    #10;  </a:t>
            </a:r>
          </a:p>
          <a:p>
            <a:r>
              <a:rPr lang="en-IN" dirty="0"/>
              <a:t>  a = 1; b = 1; </a:t>
            </a:r>
          </a:p>
          <a:p>
            <a:r>
              <a:rPr lang="en-IN" dirty="0"/>
              <a:t>   #10;   </a:t>
            </a:r>
          </a:p>
          <a:p>
            <a:r>
              <a:rPr lang="en-IN" dirty="0"/>
              <a:t> $finish;</a:t>
            </a:r>
          </a:p>
          <a:p>
            <a:r>
              <a:rPr lang="en-IN" dirty="0"/>
              <a:t>end</a:t>
            </a:r>
          </a:p>
          <a:p>
            <a:r>
              <a:rPr lang="en-IN" dirty="0" err="1"/>
              <a:t>endmodule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6560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00E139-77D0-F196-353B-FA8229C63A06}"/>
              </a:ext>
            </a:extLst>
          </p:cNvPr>
          <p:cNvSpPr txBox="1"/>
          <p:nvPr/>
        </p:nvSpPr>
        <p:spPr>
          <a:xfrm>
            <a:off x="314632" y="285134"/>
            <a:ext cx="1165122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module </a:t>
            </a:r>
            <a:r>
              <a:rPr lang="en-IN" dirty="0" err="1"/>
              <a:t>parity_generator_tb</a:t>
            </a:r>
            <a:r>
              <a:rPr lang="en-IN" dirty="0"/>
              <a:t>;</a:t>
            </a:r>
          </a:p>
          <a:p>
            <a:r>
              <a:rPr lang="en-IN" dirty="0"/>
              <a:t>reg d1, d2, d3;</a:t>
            </a:r>
          </a:p>
          <a:p>
            <a:r>
              <a:rPr lang="en-IN" dirty="0"/>
              <a:t>wire parity;</a:t>
            </a:r>
          </a:p>
          <a:p>
            <a:r>
              <a:rPr lang="en-IN" dirty="0" err="1"/>
              <a:t>parity_generator</a:t>
            </a:r>
            <a:r>
              <a:rPr lang="en-IN" dirty="0"/>
              <a:t> </a:t>
            </a:r>
            <a:r>
              <a:rPr lang="en-IN" dirty="0" err="1"/>
              <a:t>uut</a:t>
            </a:r>
            <a:r>
              <a:rPr lang="en-IN" dirty="0"/>
              <a:t>(    .d1(d1),    .d2(d2),    .d3(d3),    .parity(parity));</a:t>
            </a:r>
          </a:p>
          <a:p>
            <a:r>
              <a:rPr lang="en-IN" dirty="0"/>
              <a:t>Initial</a:t>
            </a:r>
          </a:p>
          <a:p>
            <a:r>
              <a:rPr lang="en-IN" dirty="0"/>
              <a:t> begin</a:t>
            </a:r>
          </a:p>
          <a:p>
            <a:r>
              <a:rPr lang="en-IN" dirty="0"/>
              <a:t>    d1=0; d2=0; d3=0;</a:t>
            </a:r>
          </a:p>
          <a:p>
            <a:r>
              <a:rPr lang="en-IN" dirty="0"/>
              <a:t>    #10;</a:t>
            </a:r>
          </a:p>
          <a:p>
            <a:r>
              <a:rPr lang="en-IN" dirty="0"/>
              <a:t>    d1=0; d2=1; d3=0;</a:t>
            </a:r>
          </a:p>
          <a:p>
            <a:r>
              <a:rPr lang="en-IN" dirty="0"/>
              <a:t>    #10;</a:t>
            </a:r>
          </a:p>
          <a:p>
            <a:r>
              <a:rPr lang="en-IN" dirty="0"/>
              <a:t>    d1=1; d2=0; d3=1;</a:t>
            </a:r>
          </a:p>
          <a:p>
            <a:r>
              <a:rPr lang="en-IN" dirty="0"/>
              <a:t>    #10;</a:t>
            </a:r>
          </a:p>
          <a:p>
            <a:r>
              <a:rPr lang="en-IN" dirty="0"/>
              <a:t>    d1=1; d2=1; d3=1;</a:t>
            </a:r>
          </a:p>
          <a:p>
            <a:r>
              <a:rPr lang="en-IN" dirty="0"/>
              <a:t>    #10;</a:t>
            </a:r>
          </a:p>
          <a:p>
            <a:r>
              <a:rPr lang="en-IN" dirty="0"/>
              <a:t>    $finish;</a:t>
            </a:r>
          </a:p>
          <a:p>
            <a:r>
              <a:rPr lang="en-IN" dirty="0"/>
              <a:t>end</a:t>
            </a:r>
          </a:p>
          <a:p>
            <a:r>
              <a:rPr lang="en-IN" dirty="0" err="1"/>
              <a:t>endmodule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3684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DFCFC8-12FB-7FC5-4F7F-5A1FCD887918}"/>
              </a:ext>
            </a:extLst>
          </p:cNvPr>
          <p:cNvSpPr txBox="1"/>
          <p:nvPr/>
        </p:nvSpPr>
        <p:spPr>
          <a:xfrm>
            <a:off x="235974" y="147484"/>
            <a:ext cx="11700387" cy="535531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module </a:t>
            </a:r>
            <a:r>
              <a:rPr lang="en-US" dirty="0" err="1"/>
              <a:t>syndrome_calc_tb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reg p, d1, d2, d3;</a:t>
            </a:r>
          </a:p>
          <a:p>
            <a:r>
              <a:rPr lang="en-US" dirty="0"/>
              <a:t>wire syndrome;</a:t>
            </a:r>
          </a:p>
          <a:p>
            <a:endParaRPr lang="en-US" dirty="0"/>
          </a:p>
          <a:p>
            <a:r>
              <a:rPr lang="en-US" dirty="0" err="1"/>
              <a:t>syndrome_calc</a:t>
            </a:r>
            <a:r>
              <a:rPr lang="en-US" dirty="0"/>
              <a:t> </a:t>
            </a:r>
            <a:r>
              <a:rPr lang="en-US" dirty="0" err="1"/>
              <a:t>uut</a:t>
            </a:r>
            <a:r>
              <a:rPr lang="en-US" dirty="0"/>
              <a:t>(</a:t>
            </a:r>
          </a:p>
          <a:p>
            <a:r>
              <a:rPr lang="en-US" dirty="0"/>
              <a:t>    .p(p),</a:t>
            </a:r>
          </a:p>
          <a:p>
            <a:r>
              <a:rPr lang="en-US" dirty="0"/>
              <a:t>    .d1(d1),</a:t>
            </a:r>
          </a:p>
          <a:p>
            <a:r>
              <a:rPr lang="en-US" dirty="0"/>
              <a:t>    .d2(d2),</a:t>
            </a:r>
          </a:p>
          <a:p>
            <a:r>
              <a:rPr lang="en-US" dirty="0"/>
              <a:t>    .d3(d3),</a:t>
            </a:r>
          </a:p>
          <a:p>
            <a:r>
              <a:rPr lang="en-US" dirty="0"/>
              <a:t>    .syndrome(syndrome)</a:t>
            </a:r>
          </a:p>
          <a:p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initial begin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0096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DCC0F4-D028-2781-0046-9385AC982E6A}"/>
              </a:ext>
            </a:extLst>
          </p:cNvPr>
          <p:cNvSpPr txBox="1"/>
          <p:nvPr/>
        </p:nvSpPr>
        <p:spPr>
          <a:xfrm>
            <a:off x="550606" y="501444"/>
            <a:ext cx="60566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p=0; d1=0; d2=0; d3=0;</a:t>
            </a:r>
          </a:p>
          <a:p>
            <a:r>
              <a:rPr lang="en-US" dirty="0"/>
              <a:t>    #10;</a:t>
            </a:r>
          </a:p>
          <a:p>
            <a:endParaRPr lang="en-US" dirty="0"/>
          </a:p>
          <a:p>
            <a:r>
              <a:rPr lang="en-US" dirty="0"/>
              <a:t>    p=1; d1=0; d2=1; d3=0;</a:t>
            </a:r>
          </a:p>
          <a:p>
            <a:r>
              <a:rPr lang="en-US" dirty="0"/>
              <a:t>    #10;</a:t>
            </a:r>
          </a:p>
          <a:p>
            <a:endParaRPr lang="en-US" dirty="0"/>
          </a:p>
          <a:p>
            <a:r>
              <a:rPr lang="en-US" dirty="0"/>
              <a:t>    p=1; d1=1; d2=1; d3=0;</a:t>
            </a:r>
          </a:p>
          <a:p>
            <a:r>
              <a:rPr lang="en-US" dirty="0"/>
              <a:t>    #10;</a:t>
            </a:r>
          </a:p>
          <a:p>
            <a:endParaRPr lang="en-US" dirty="0"/>
          </a:p>
          <a:p>
            <a:r>
              <a:rPr lang="en-US" dirty="0"/>
              <a:t>    p=0; d1=1; d2=1; d3=1;</a:t>
            </a:r>
          </a:p>
          <a:p>
            <a:r>
              <a:rPr lang="en-US" dirty="0"/>
              <a:t>    #10;</a:t>
            </a:r>
          </a:p>
          <a:p>
            <a:endParaRPr lang="en-US" dirty="0"/>
          </a:p>
          <a:p>
            <a:r>
              <a:rPr lang="en-US" dirty="0"/>
              <a:t>    $finish;</a:t>
            </a:r>
          </a:p>
          <a:p>
            <a:r>
              <a:rPr lang="en-US" dirty="0"/>
              <a:t>end</a:t>
            </a:r>
          </a:p>
          <a:p>
            <a:r>
              <a:rPr lang="en-IN" dirty="0" err="1"/>
              <a:t>endmodule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6542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32F8D7-7F12-434D-2D7B-64C1DB7CBFBE}"/>
              </a:ext>
            </a:extLst>
          </p:cNvPr>
          <p:cNvSpPr txBox="1"/>
          <p:nvPr/>
        </p:nvSpPr>
        <p:spPr>
          <a:xfrm>
            <a:off x="344129" y="304800"/>
            <a:ext cx="1146441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module </a:t>
            </a:r>
            <a:r>
              <a:rPr lang="en-US" dirty="0" err="1"/>
              <a:t>error_corrector_tb</a:t>
            </a:r>
            <a:r>
              <a:rPr lang="en-US" dirty="0"/>
              <a:t>;</a:t>
            </a:r>
          </a:p>
          <a:p>
            <a:r>
              <a:rPr lang="en-US" dirty="0"/>
              <a:t>reg </a:t>
            </a:r>
            <a:r>
              <a:rPr lang="en-US" dirty="0" err="1"/>
              <a:t>data_in</a:t>
            </a:r>
            <a:r>
              <a:rPr lang="en-US" dirty="0"/>
              <a:t>;</a:t>
            </a:r>
          </a:p>
          <a:p>
            <a:r>
              <a:rPr lang="en-US" dirty="0"/>
              <a:t>reg error;</a:t>
            </a:r>
          </a:p>
          <a:p>
            <a:r>
              <a:rPr lang="en-US" dirty="0"/>
              <a:t>wire </a:t>
            </a:r>
            <a:r>
              <a:rPr lang="en-US" dirty="0" err="1"/>
              <a:t>data_out</a:t>
            </a:r>
            <a:r>
              <a:rPr lang="en-US" dirty="0"/>
              <a:t>;</a:t>
            </a:r>
          </a:p>
          <a:p>
            <a:r>
              <a:rPr lang="en-US" dirty="0" err="1"/>
              <a:t>error_corrector</a:t>
            </a:r>
            <a:r>
              <a:rPr lang="en-US" dirty="0"/>
              <a:t> </a:t>
            </a:r>
            <a:r>
              <a:rPr lang="en-US" dirty="0" err="1"/>
              <a:t>uut</a:t>
            </a:r>
            <a:r>
              <a:rPr lang="en-US" dirty="0"/>
              <a:t>(    .</a:t>
            </a:r>
            <a:r>
              <a:rPr lang="en-US" dirty="0" err="1"/>
              <a:t>data_in</a:t>
            </a:r>
            <a:r>
              <a:rPr lang="en-US" dirty="0"/>
              <a:t>(</a:t>
            </a:r>
            <a:r>
              <a:rPr lang="en-US" dirty="0" err="1"/>
              <a:t>data_in</a:t>
            </a:r>
            <a:r>
              <a:rPr lang="en-US" dirty="0"/>
              <a:t>),    .error(error),    .</a:t>
            </a:r>
            <a:r>
              <a:rPr lang="en-US" dirty="0" err="1"/>
              <a:t>data_out</a:t>
            </a:r>
            <a:r>
              <a:rPr lang="en-US" dirty="0"/>
              <a:t>(</a:t>
            </a:r>
            <a:r>
              <a:rPr lang="en-US" dirty="0" err="1"/>
              <a:t>data_out</a:t>
            </a:r>
            <a:r>
              <a:rPr lang="en-US" dirty="0"/>
              <a:t>));</a:t>
            </a:r>
          </a:p>
          <a:p>
            <a:r>
              <a:rPr lang="en-US" dirty="0"/>
              <a:t>initial 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</a:t>
            </a:r>
            <a:r>
              <a:rPr lang="en-US" dirty="0" err="1"/>
              <a:t>data_in</a:t>
            </a:r>
            <a:r>
              <a:rPr lang="en-US" dirty="0"/>
              <a:t> = 0; </a:t>
            </a:r>
          </a:p>
          <a:p>
            <a:r>
              <a:rPr lang="en-US" dirty="0"/>
              <a:t>error = 0;   </a:t>
            </a:r>
          </a:p>
          <a:p>
            <a:r>
              <a:rPr lang="en-US" dirty="0"/>
              <a:t> #10; </a:t>
            </a:r>
          </a:p>
          <a:p>
            <a:r>
              <a:rPr lang="en-US" dirty="0"/>
              <a:t>   </a:t>
            </a:r>
            <a:r>
              <a:rPr lang="en-US" dirty="0" err="1"/>
              <a:t>data_in</a:t>
            </a:r>
            <a:r>
              <a:rPr lang="en-US" dirty="0"/>
              <a:t> = 1; </a:t>
            </a:r>
          </a:p>
          <a:p>
            <a:r>
              <a:rPr lang="en-US" dirty="0"/>
              <a:t>error = 0;  </a:t>
            </a:r>
          </a:p>
          <a:p>
            <a:r>
              <a:rPr lang="en-US" dirty="0"/>
              <a:t>  #10; </a:t>
            </a:r>
          </a:p>
          <a:p>
            <a:r>
              <a:rPr lang="en-US" dirty="0"/>
              <a:t>   </a:t>
            </a:r>
            <a:r>
              <a:rPr lang="en-US" dirty="0" err="1"/>
              <a:t>data_in</a:t>
            </a:r>
            <a:r>
              <a:rPr lang="en-US" dirty="0"/>
              <a:t> = 1;</a:t>
            </a:r>
          </a:p>
          <a:p>
            <a:r>
              <a:rPr lang="en-US" dirty="0"/>
              <a:t> error = 1;   </a:t>
            </a:r>
          </a:p>
          <a:p>
            <a:r>
              <a:rPr lang="en-US" dirty="0"/>
              <a:t> #10;    </a:t>
            </a:r>
          </a:p>
          <a:p>
            <a:r>
              <a:rPr lang="en-US" dirty="0" err="1"/>
              <a:t>data_in</a:t>
            </a:r>
            <a:r>
              <a:rPr lang="en-US" dirty="0"/>
              <a:t> = 0;</a:t>
            </a:r>
          </a:p>
          <a:p>
            <a:r>
              <a:rPr lang="en-US" dirty="0"/>
              <a:t> error = 1; </a:t>
            </a:r>
          </a:p>
          <a:p>
            <a:r>
              <a:rPr lang="en-US" dirty="0"/>
              <a:t>   #10;  </a:t>
            </a:r>
          </a:p>
          <a:p>
            <a:r>
              <a:rPr lang="en-US" dirty="0"/>
              <a:t>  $finish;</a:t>
            </a:r>
          </a:p>
          <a:p>
            <a:r>
              <a:rPr lang="en-US" dirty="0"/>
              <a:t>End</a:t>
            </a:r>
          </a:p>
          <a:p>
            <a:r>
              <a:rPr lang="en-US" dirty="0" err="1"/>
              <a:t>endmodule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2653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431</Words>
  <Application>Microsoft Office PowerPoint</Application>
  <PresentationFormat>Widescreen</PresentationFormat>
  <Paragraphs>90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SMRITHI POOJARY</dc:creator>
  <cp:lastModifiedBy>SMRITHI POOJARY</cp:lastModifiedBy>
  <cp:revision>1</cp:revision>
  <dcterms:created xsi:type="dcterms:W3CDTF">2026-05-12T05:36:06Z</dcterms:created>
  <dcterms:modified xsi:type="dcterms:W3CDTF">2026-05-12T05:50:12Z</dcterms:modified>
</cp:coreProperties>
</file>