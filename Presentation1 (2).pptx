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50F69-C1C3-1176-B16E-AA17A489E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8493FB-DDF2-A445-F854-0E8F87E97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17664-BDEB-FBBD-3AF3-562E6FD5A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5A60D-23D2-1577-E024-9BCB4511C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A8D0C-E4F5-73D9-DFEC-9B0967D44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655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09FCA-BD12-4727-F3CA-39E684E9C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0D5A9-86BC-F4D3-6ABA-CA77E7EDF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E79C6-B3BA-E6EC-B04C-D79F97CC3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0D203-97E0-9442-6FA4-6149C6662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D223E-2FB8-8BEE-F268-2D7895978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238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EC1AC-E610-E7D2-049C-353035308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6D0C1-317E-B840-67FA-A36DA15BE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53348-17F1-87FC-0CF1-98BB30043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41A15-B762-5DA8-F351-1EE61446B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73A16-A140-0A0E-0C7E-EBABE6BE2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151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4E902-43B2-44D0-5B42-9C0B3F917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6538B-F3E3-E1BD-02CA-C55E8AB0B2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93ED9-5BDC-F45D-0385-FE29BA8C8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19744-2937-1E31-6262-EA01DBD7D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BB773-4AA7-A78E-F108-E1A6A54B2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B21E5-282D-EB3A-F6CD-F4BC5C5A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082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E6408-9899-4F8E-B420-C5ACCF0DF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69912-7B30-BDC9-6075-FFAD862D1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7EFF5-0F4C-AD4D-2418-189655E5E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8F08CC-BEC2-C38D-5CF0-88BE15D94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38A756-3F38-B02B-4108-3BFF52DD27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CC1D1D-6DBA-90D5-9121-1F2EA166C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B37BB0-5476-DCD1-4EDE-A657C0F5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85DDD4-44D2-3710-070A-C4BDBC81B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407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B5B4-2B8F-DF90-FC82-12C6D5562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B091AE-026E-D70A-020E-EF135296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855923-0320-52FE-313A-84E4F757A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101B9F-BF71-B5B0-F38E-1858D5216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470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CDBC69-ADB8-FA97-9572-CE9F62DF5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DA3480-CBF2-14FD-54AE-B649DC063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93E66-D81C-7AFB-40DD-F66340A12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23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E9382-27A8-572E-F3DE-CC4AC0AFC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A5543-3679-C246-8D52-57A792D78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D354D-0D23-4BF6-F816-51093225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4705D-F6A2-D43A-2401-CEFDD440F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6DE03-96F7-9477-A195-E53D77275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18B2D-DCC6-A2BC-15C2-074CEF8CB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404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5750-A3A2-0232-DCF0-7DA29AB57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817862-2C2A-32D6-3136-BFCD7EC2FA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33BDE-D0E9-6DE6-4D76-682491172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2D657-D497-D79B-7545-4BC6EF46C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7080F-FAB2-072B-C8E9-A6472B49A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D56E1-EA96-FFB2-B79F-EC91A092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573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BF14-F39B-75FD-E99D-657E83CC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1D403A-05C1-BFB0-AD55-4546B3EA39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FF7C6-5BDE-8653-6D24-6EABFC6F2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2C9CB-4686-9333-0420-3781B326F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F189B-A8C0-3F7A-00D0-972277C44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235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D9D699-113F-F9F1-190F-A486C7CBB2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B1EA90-7B86-F8BE-BB55-F181AF6D1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68FEE-2301-ABEE-07DE-58F062392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D92F4-F84F-04E5-9838-821D71C98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19FD0-F6F4-5772-8085-4D68DD37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613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19962C-9776-FAC2-C03F-883E2AAB7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F4DC6-0F5E-ECC3-0F85-59CFDC320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7F030-160E-8DD7-BAD3-6901C4DDEC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0CE62-F685-515E-CB93-1DE9DB90EF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02AB2-051F-B39D-F5EA-640CAEBA3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089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5E8AC-706C-5BB8-4F56-AD98B03D7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BD3FF-2A56-26C5-4206-1D310C2CB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00000"/>
              </a:lnSpc>
              <a:spcBef>
                <a:spcPts val="680"/>
              </a:spcBef>
              <a:buNone/>
            </a:pPr>
            <a:r>
              <a:rPr lang="en-US" sz="2400" dirty="0">
                <a:latin typeface="Arial MT"/>
                <a:cs typeface="Arial MT"/>
              </a:rPr>
              <a:t>In digital communication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systems, the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following key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problems motivate this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spc="-10" dirty="0">
                <a:latin typeface="Arial MT"/>
                <a:cs typeface="Arial MT"/>
              </a:rPr>
              <a:t>project:</a:t>
            </a:r>
            <a:endParaRPr lang="en-US" sz="2400" dirty="0">
              <a:latin typeface="Arial MT"/>
              <a:cs typeface="Arial MT"/>
            </a:endParaRPr>
          </a:p>
          <a:p>
            <a:pPr marL="63500" lvl="2" indent="0">
              <a:lnSpc>
                <a:spcPct val="100000"/>
              </a:lnSpc>
              <a:spcBef>
                <a:spcPts val="800"/>
              </a:spcBef>
              <a:buNone/>
              <a:tabLst>
                <a:tab pos="142875" algn="l"/>
              </a:tabLst>
            </a:pPr>
            <a:r>
              <a:rPr lang="en-US" sz="2400" dirty="0">
                <a:latin typeface="Arial MT"/>
                <a:cs typeface="Arial MT"/>
              </a:rPr>
              <a:t>Data corruption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occurs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due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to noise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and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electromagnetic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interference in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transmission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spc="-10" dirty="0">
                <a:latin typeface="Arial MT"/>
                <a:cs typeface="Arial MT"/>
              </a:rPr>
              <a:t>channels.</a:t>
            </a:r>
            <a:endParaRPr lang="en-US" sz="2400" dirty="0">
              <a:latin typeface="Arial MT"/>
              <a:cs typeface="Arial MT"/>
            </a:endParaRPr>
          </a:p>
          <a:p>
            <a:pPr marL="63500" lvl="2" indent="0">
              <a:lnSpc>
                <a:spcPct val="100000"/>
              </a:lnSpc>
              <a:buNone/>
              <a:tabLst>
                <a:tab pos="142875" algn="l"/>
              </a:tabLst>
            </a:pPr>
            <a:r>
              <a:rPr lang="en-US" sz="2400" dirty="0">
                <a:latin typeface="Arial MT"/>
                <a:cs typeface="Arial MT"/>
              </a:rPr>
              <a:t>Simple</a:t>
            </a:r>
            <a:r>
              <a:rPr lang="en-US" sz="2400" spc="-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parity methods can only</a:t>
            </a:r>
            <a:r>
              <a:rPr lang="en-US" sz="2400" spc="-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detect errors but cannot locate</a:t>
            </a:r>
            <a:r>
              <a:rPr lang="en-US" sz="2400" spc="-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or correct </a:t>
            </a:r>
            <a:r>
              <a:rPr lang="en-US" sz="2400" spc="-10" dirty="0">
                <a:latin typeface="Arial MT"/>
                <a:cs typeface="Arial MT"/>
              </a:rPr>
              <a:t>them.</a:t>
            </a:r>
            <a:endParaRPr lang="en-US" sz="2400" dirty="0">
              <a:latin typeface="Arial MT"/>
              <a:cs typeface="Arial MT"/>
            </a:endParaRPr>
          </a:p>
          <a:p>
            <a:pPr marL="63500" lvl="2" indent="0">
              <a:lnSpc>
                <a:spcPct val="100000"/>
              </a:lnSpc>
              <a:buNone/>
              <a:tabLst>
                <a:tab pos="142875" algn="l"/>
              </a:tabLst>
            </a:pPr>
            <a:r>
              <a:rPr lang="en-US" sz="2400" dirty="0">
                <a:latin typeface="Arial MT"/>
                <a:cs typeface="Arial MT"/>
              </a:rPr>
              <a:t>More</a:t>
            </a:r>
            <a:r>
              <a:rPr lang="en-US" sz="2400" spc="-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complex ECC schemes exist but introduce</a:t>
            </a:r>
            <a:r>
              <a:rPr lang="en-US" sz="2400" spc="-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significant hardware </a:t>
            </a:r>
            <a:r>
              <a:rPr lang="en-US" sz="2400" spc="-10" dirty="0">
                <a:latin typeface="Arial MT"/>
                <a:cs typeface="Arial MT"/>
              </a:rPr>
              <a:t>overhead.</a:t>
            </a:r>
            <a:endParaRPr lang="en-US" sz="2400" dirty="0">
              <a:latin typeface="Arial MT"/>
              <a:cs typeface="Arial MT"/>
            </a:endParaRPr>
          </a:p>
          <a:p>
            <a:pPr marL="63500" marR="103505" lvl="2" indent="0">
              <a:lnSpc>
                <a:spcPct val="116700"/>
              </a:lnSpc>
              <a:spcBef>
                <a:spcPts val="295"/>
              </a:spcBef>
              <a:buNone/>
              <a:tabLst>
                <a:tab pos="190500" algn="l"/>
              </a:tabLst>
            </a:pPr>
            <a:r>
              <a:rPr lang="en-US" sz="2400" dirty="0">
                <a:latin typeface="Arial MT"/>
                <a:cs typeface="Arial MT"/>
              </a:rPr>
              <a:t>There is a need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for a system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that balances error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correction capability, hardware complexity,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spc="-25" dirty="0">
                <a:latin typeface="Arial MT"/>
                <a:cs typeface="Arial MT"/>
              </a:rPr>
              <a:t>and 	</a:t>
            </a:r>
            <a:r>
              <a:rPr lang="en-US" sz="2400" dirty="0">
                <a:latin typeface="Arial MT"/>
                <a:cs typeface="Arial MT"/>
              </a:rPr>
              <a:t>processing speed — particularly for FPGA </a:t>
            </a:r>
            <a:r>
              <a:rPr lang="en-US" sz="2400" spc="-10" dirty="0">
                <a:latin typeface="Arial MT"/>
                <a:cs typeface="Arial MT"/>
              </a:rPr>
              <a:t>deployment.</a:t>
            </a:r>
            <a:endParaRPr lang="en-US"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lang="en-US" sz="1000" dirty="0">
              <a:latin typeface="Arial MT"/>
              <a:cs typeface="Arial M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139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2AEF7-9C59-07D6-6251-D9A4E10EE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393D8-0899-D037-2B33-B2E52F8F9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understand the basic concept of Hamming Code.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learn how errors occur during data transmission.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study the role of parity bits in error detection.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understand how single-bit errors can be corrected using Hamming Code.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analyze the importance of error detection and correction in digital communication systems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4851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877CFF-3C12-29CD-FEAE-022B6B172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625" y="1143000"/>
            <a:ext cx="70167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67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6CBBF9-6E4C-A9F8-1403-D8BC6C73F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9843198" cy="580103"/>
          </a:xfrm>
        </p:spPr>
        <p:txBody>
          <a:bodyPr>
            <a:normAutofit fontScale="90000"/>
          </a:bodyPr>
          <a:lstStyle/>
          <a:p>
            <a:r>
              <a:rPr lang="en-US" dirty="0"/>
              <a:t>Architecture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363D5D-62BD-9B15-585D-1330DC805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94" y="521210"/>
            <a:ext cx="11444748" cy="616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8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C07245-AF3A-8180-1C4B-799579AAA071}"/>
              </a:ext>
            </a:extLst>
          </p:cNvPr>
          <p:cNvSpPr txBox="1"/>
          <p:nvPr/>
        </p:nvSpPr>
        <p:spPr>
          <a:xfrm>
            <a:off x="1130710" y="521110"/>
            <a:ext cx="944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https://github.com/meghraj-cpu/pbl/tree/docs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479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148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MT</vt:lpstr>
      <vt:lpstr>Calibri</vt:lpstr>
      <vt:lpstr>Calibri Light</vt:lpstr>
      <vt:lpstr>Office Theme</vt:lpstr>
      <vt:lpstr>Problem statement</vt:lpstr>
      <vt:lpstr>objectives</vt:lpstr>
      <vt:lpstr>PowerPoint Presentation</vt:lpstr>
      <vt:lpstr>Architecture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SMRITHI POOJARY</dc:creator>
  <cp:lastModifiedBy>Manvith M</cp:lastModifiedBy>
  <cp:revision>2</cp:revision>
  <dcterms:created xsi:type="dcterms:W3CDTF">2026-05-12T12:48:44Z</dcterms:created>
  <dcterms:modified xsi:type="dcterms:W3CDTF">2026-05-12T07:57:30Z</dcterms:modified>
</cp:coreProperties>
</file>